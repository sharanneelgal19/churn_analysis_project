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embeddedFontLst>
    <p:embeddedFont>
      <p:font typeface="Public Sans"/>
      <p:regular r:id="rId201314"/>
    </p:embeddedFont>
    <p:embeddedFont>
      <p:font typeface="Public Sans Medium"/>
      <p:regular r:id="rId201315"/>
    </p:embeddedFont>
    <p:embeddedFont>
      <p:font typeface="Public Sans Bold"/>
      <p:regular r:id="rId201316"/>
    </p:embeddedFont>
    <p:embeddedFont>
      <p:font typeface="Sora Extra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seven words. Then connect them back to the business goal: the workflow turns raw customer data into evidence about who leaves, which signals deserve attention, and what retention work should happen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D5D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8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914400"/>
            <a:ext cx="939141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FFFFFF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INTERVIEW CLOSE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5156" y="1198166"/>
            <a:ext cx="878183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84" kern="0" dirty="0">
                <a:solidFill>
                  <a:srgbClr val="FFFFFF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Load, Explore, Clean,</a:t>
            </a:r>
            <a:endParaRPr lang="en-US" sz="56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600" spc="-84" kern="0" dirty="0">
                <a:solidFill>
                  <a:srgbClr val="FFFFFF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Transform, Visualize,</a:t>
            </a:r>
            <a:endParaRPr lang="en-US" sz="56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600" spc="-84" kern="0" dirty="0">
                <a:solidFill>
                  <a:srgbClr val="FFFFFF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Analyze, Conclude.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65156" y="3585766"/>
            <a:ext cx="9391415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disciplined path from customer data to a clearer retention question.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5156" y="4309666"/>
            <a:ext cx="939141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business goal: understand and reduce churn without overclaiming what the data proves.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2026-09-25T16:44:45Z</dcterms:created>
  <dcterms:modified xsi:type="dcterms:W3CDTF">2026-09-25T16:44:45Z</dcterms:modified>
</cp:coreProperties>
</file>